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59413-4F69-4C1C-89D6-62776F897A86}" type="datetimeFigureOut">
              <a:rPr lang="en-PK" smtClean="0"/>
              <a:t>20/12/2025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5EAFEE05-6A4B-4791-9C7D-5100E5941E51}" type="slidenum">
              <a:rPr lang="en-PK" smtClean="0"/>
              <a:t>‹#›</a:t>
            </a:fld>
            <a:endParaRPr lang="en-PK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741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59413-4F69-4C1C-89D6-62776F897A86}" type="datetimeFigureOut">
              <a:rPr lang="en-PK" smtClean="0"/>
              <a:t>20/12/2025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FEE05-6A4B-4791-9C7D-5100E5941E51}" type="slidenum">
              <a:rPr lang="en-PK" smtClean="0"/>
              <a:t>‹#›</a:t>
            </a:fld>
            <a:endParaRPr lang="en-PK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882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59413-4F69-4C1C-89D6-62776F897A86}" type="datetimeFigureOut">
              <a:rPr lang="en-PK" smtClean="0"/>
              <a:t>20/12/2025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FEE05-6A4B-4791-9C7D-5100E5941E5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14116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59413-4F69-4C1C-89D6-62776F897A86}" type="datetimeFigureOut">
              <a:rPr lang="en-PK" smtClean="0"/>
              <a:t>20/12/2025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FEE05-6A4B-4791-9C7D-5100E5941E51}" type="slidenum">
              <a:rPr lang="en-PK" smtClean="0"/>
              <a:t>‹#›</a:t>
            </a:fld>
            <a:endParaRPr lang="en-PK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189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59413-4F69-4C1C-89D6-62776F897A86}" type="datetimeFigureOut">
              <a:rPr lang="en-PK" smtClean="0"/>
              <a:t>20/12/2025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FEE05-6A4B-4791-9C7D-5100E5941E5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58905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59413-4F69-4C1C-89D6-62776F897A86}" type="datetimeFigureOut">
              <a:rPr lang="en-PK" smtClean="0"/>
              <a:t>20/12/2025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FEE05-6A4B-4791-9C7D-5100E5941E51}" type="slidenum">
              <a:rPr lang="en-PK" smtClean="0"/>
              <a:t>‹#›</a:t>
            </a:fld>
            <a:endParaRPr lang="en-PK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604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59413-4F69-4C1C-89D6-62776F897A86}" type="datetimeFigureOut">
              <a:rPr lang="en-PK" smtClean="0"/>
              <a:t>20/12/2025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FEE05-6A4B-4791-9C7D-5100E5941E5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43994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59413-4F69-4C1C-89D6-62776F897A86}" type="datetimeFigureOut">
              <a:rPr lang="en-PK" smtClean="0"/>
              <a:t>20/12/2025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FEE05-6A4B-4791-9C7D-5100E5941E5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71248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59413-4F69-4C1C-89D6-62776F897A86}" type="datetimeFigureOut">
              <a:rPr lang="en-PK" smtClean="0"/>
              <a:t>20/12/2025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FEE05-6A4B-4791-9C7D-5100E5941E5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4565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59413-4F69-4C1C-89D6-62776F897A86}" type="datetimeFigureOut">
              <a:rPr lang="en-PK" smtClean="0"/>
              <a:t>20/12/2025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FEE05-6A4B-4791-9C7D-5100E5941E5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88909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59413-4F69-4C1C-89D6-62776F897A86}" type="datetimeFigureOut">
              <a:rPr lang="en-PK" smtClean="0"/>
              <a:t>20/12/2025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FEE05-6A4B-4791-9C7D-5100E5941E5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66200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7DD59413-4F69-4C1C-89D6-62776F897A86}" type="datetimeFigureOut">
              <a:rPr lang="en-PK" smtClean="0"/>
              <a:t>20/12/2025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AFEE05-6A4B-4791-9C7D-5100E5941E51}" type="slidenum">
              <a:rPr lang="en-PK" smtClean="0"/>
              <a:t>‹#›</a:t>
            </a:fld>
            <a:endParaRPr lang="en-PK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416780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7611F-6FD0-4D9E-8678-AB314698D9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NETWORK TOPOLOGIES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A07262-0949-42BC-B27E-0B1A5FAD48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72274" y="1277471"/>
            <a:ext cx="5357600" cy="2151529"/>
          </a:xfrm>
        </p:spPr>
        <p:txBody>
          <a:bodyPr>
            <a:normAutofit/>
          </a:bodyPr>
          <a:lstStyle/>
          <a:p>
            <a:r>
              <a:rPr lang="en-US" dirty="0"/>
              <a:t>Subject: ICT</a:t>
            </a:r>
          </a:p>
          <a:p>
            <a:r>
              <a:rPr lang="en-US" dirty="0"/>
              <a:t>Student Name: Ezza Masood</a:t>
            </a:r>
          </a:p>
          <a:p>
            <a:r>
              <a:rPr lang="en-US" dirty="0"/>
              <a:t>Roll number: 2502640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34852735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47C5D-3E51-44E9-B3F4-EE06C5A2A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9" y="808056"/>
            <a:ext cx="6424616" cy="1077229"/>
          </a:xfrm>
        </p:spPr>
        <p:txBody>
          <a:bodyPr/>
          <a:lstStyle/>
          <a:p>
            <a:r>
              <a:rPr lang="en-US" dirty="0"/>
              <a:t>TABLE OF CONTENT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2496B-8072-4BFB-91AB-89D7EA5DA5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NETWORK TOPOLOGIES.</a:t>
            </a:r>
          </a:p>
          <a:p>
            <a:r>
              <a:rPr lang="en-US" dirty="0"/>
              <a:t>BUS TOPOLOGIES.</a:t>
            </a:r>
          </a:p>
          <a:p>
            <a:r>
              <a:rPr lang="en-US" dirty="0"/>
              <a:t>STAR TOPOLOGIES.</a:t>
            </a:r>
          </a:p>
          <a:p>
            <a:r>
              <a:rPr lang="en-US" dirty="0"/>
              <a:t>RING AND MASH TOPOLOGIES.</a:t>
            </a:r>
          </a:p>
          <a:p>
            <a:r>
              <a:rPr lang="en-US" dirty="0"/>
              <a:t>CONCLUSION.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745736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74A01-4004-4112-B785-2D9208697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9" y="808056"/>
            <a:ext cx="6411168" cy="1077229"/>
          </a:xfrm>
        </p:spPr>
        <p:txBody>
          <a:bodyPr/>
          <a:lstStyle/>
          <a:p>
            <a:r>
              <a:rPr lang="en-US" dirty="0"/>
              <a:t>INTRODUCTION TO NETWORK TOPOLOGIES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B15D3-BFB3-4024-A828-29CB138D9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599" y="1885285"/>
            <a:ext cx="7796540" cy="450206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DEFINITION:</a:t>
            </a:r>
          </a:p>
          <a:p>
            <a:pPr marL="0" indent="0">
              <a:buNone/>
            </a:pPr>
            <a:r>
              <a:rPr lang="en-US" dirty="0"/>
              <a:t>Network topology is the layout or structure of a computer network. It show how computer and devices are connected.</a:t>
            </a:r>
          </a:p>
          <a:p>
            <a:r>
              <a:rPr lang="en-US" dirty="0"/>
              <a:t>IMPORTANCE:</a:t>
            </a:r>
          </a:p>
          <a:p>
            <a:pPr marL="0" indent="0">
              <a:buNone/>
            </a:pPr>
            <a:r>
              <a:rPr lang="en-US" dirty="0"/>
              <a:t>Help in better network performance. Makes troubleshooting easier. Improves communication efficiency.</a:t>
            </a:r>
          </a:p>
          <a:p>
            <a:r>
              <a:rPr lang="en-US" dirty="0"/>
              <a:t>TYPES: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 Bus topology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Star topology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Ring topology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Mesh </a:t>
            </a:r>
            <a:r>
              <a:rPr lang="en-US" dirty="0" err="1"/>
              <a:t>Toplogy</a:t>
            </a:r>
            <a:endParaRPr lang="en-US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714023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5F92A-107E-4685-B89F-2434CFDFA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9" y="808056"/>
            <a:ext cx="5873286" cy="1077229"/>
          </a:xfrm>
        </p:spPr>
        <p:txBody>
          <a:bodyPr/>
          <a:lstStyle/>
          <a:p>
            <a:r>
              <a:rPr lang="en-US" dirty="0"/>
              <a:t>BUS TOPOLOGY: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7C619-24F1-4093-8337-017034376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599" y="1223681"/>
            <a:ext cx="7796540" cy="493507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DESCRIPTION: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 computer are connected to a single main cable called a bus.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travels in both direction on the bus.</a:t>
            </a:r>
          </a:p>
          <a:p>
            <a:r>
              <a:rPr lang="en-US" dirty="0"/>
              <a:t>ADVANTAGES: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Easy to install.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Low cost.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Requries</a:t>
            </a:r>
            <a:r>
              <a:rPr lang="en-US" dirty="0"/>
              <a:t> less cables.</a:t>
            </a:r>
          </a:p>
          <a:p>
            <a:r>
              <a:rPr lang="en-US" dirty="0"/>
              <a:t>DISADVANTAGES: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main cables fails, whole network stops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Slow when many devices are connected.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Difficult to troubleshoot.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870669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BD0DD-E467-4FA4-ADA5-0687A4416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668" y="1480409"/>
            <a:ext cx="4192404" cy="1077229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EXAMPLE:</a:t>
            </a:r>
            <a:br>
              <a:rPr lang="en-US" dirty="0"/>
            </a:br>
            <a:r>
              <a:rPr lang="en-US" sz="2200" dirty="0"/>
              <a:t>Small office or classroom network</a:t>
            </a:r>
            <a:br>
              <a:rPr lang="en-US" dirty="0"/>
            </a:br>
            <a:br>
              <a:rPr lang="en-US" dirty="0"/>
            </a:br>
            <a:endParaRPr lang="en-P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BAFDB4-691A-436B-BCDE-BE65D02D07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9471" y="0"/>
            <a:ext cx="62079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653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9BDF1-5DEC-4345-805A-6FF5672F8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9" y="808056"/>
            <a:ext cx="5900180" cy="603885"/>
          </a:xfrm>
        </p:spPr>
        <p:txBody>
          <a:bodyPr/>
          <a:lstStyle/>
          <a:p>
            <a:r>
              <a:rPr lang="en-US" dirty="0"/>
              <a:t>STAR TOPOLOGIES: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064F9-FF77-447C-8129-E11E02F71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8765" y="1653988"/>
            <a:ext cx="8351374" cy="466613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DESCRIPTION: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 computer are connected to a central device called hub or switch.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passes through the central device.</a:t>
            </a:r>
          </a:p>
          <a:p>
            <a:r>
              <a:rPr lang="en-US" dirty="0"/>
              <a:t>ADVANTAGES: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Easy to manage.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Fast data transfer.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Failure of one computer does not effect others.</a:t>
            </a:r>
          </a:p>
          <a:p>
            <a:r>
              <a:rPr lang="en-US" dirty="0"/>
              <a:t>DISADVANTAGES: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Central devices failures stops whole network.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More cables required.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Higher cost than bus topology.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844684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B08EB-C393-457B-817C-165B27CA9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2318" y="808056"/>
            <a:ext cx="3832411" cy="1077229"/>
          </a:xfrm>
        </p:spPr>
        <p:txBody>
          <a:bodyPr>
            <a:normAutofit/>
          </a:bodyPr>
          <a:lstStyle/>
          <a:p>
            <a:r>
              <a:rPr lang="en-US" dirty="0"/>
              <a:t>EXAMPLE:</a:t>
            </a:r>
            <a:br>
              <a:rPr lang="en-US" dirty="0"/>
            </a:br>
            <a:r>
              <a:rPr lang="en-US" sz="2200" dirty="0"/>
              <a:t>Home and offices networks</a:t>
            </a:r>
            <a:r>
              <a:rPr lang="en-US" dirty="0"/>
              <a:t>.</a:t>
            </a:r>
            <a:endParaRPr lang="en-P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A90E5B-0994-4AD8-AC5F-BA8C750B84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105" y="1885285"/>
            <a:ext cx="6333566" cy="4164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245379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BEF9A-C868-4DA7-9F4E-5B1B430FA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808056"/>
            <a:ext cx="5429533" cy="603885"/>
          </a:xfrm>
        </p:spPr>
        <p:txBody>
          <a:bodyPr/>
          <a:lstStyle/>
          <a:p>
            <a:r>
              <a:rPr lang="en-US" dirty="0"/>
              <a:t>RING TOPOLOGY: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04249-88DE-4F55-A4CA-A5781AD53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0" y="1680881"/>
            <a:ext cx="8741339" cy="4369063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DESCRIPTION: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Devices are connected in a circular form.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moves in one direction</a:t>
            </a:r>
          </a:p>
          <a:p>
            <a:r>
              <a:rPr lang="en-US" dirty="0"/>
              <a:t>ADVANTAGES: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Equal access for all devices.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Good performance under heavy load.</a:t>
            </a:r>
          </a:p>
          <a:p>
            <a:r>
              <a:rPr lang="en-US" dirty="0"/>
              <a:t>DISADVANTAGES: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Failures of one device affects whole network.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Difficult to reconfigure.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763063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A2216-9083-4592-AD89-30B013BAB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4424" y="808056"/>
            <a:ext cx="2716305" cy="630779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EXAMPLE:</a:t>
            </a:r>
            <a:br>
              <a:rPr lang="en-US" dirty="0"/>
            </a:br>
            <a:endParaRPr lang="en-P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9057EC-9821-4C94-AA1B-C4FF369E9E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729" y="1423987"/>
            <a:ext cx="6736977" cy="4625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518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FABD4-B2E3-4B3F-BAA1-77E046D5C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808056"/>
            <a:ext cx="5456427" cy="550097"/>
          </a:xfrm>
        </p:spPr>
        <p:txBody>
          <a:bodyPr>
            <a:normAutofit fontScale="90000"/>
          </a:bodyPr>
          <a:lstStyle/>
          <a:p>
            <a:r>
              <a:rPr lang="en-US" dirty="0"/>
              <a:t>MESH TOPLOGY: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1CC50-BD76-4F12-9180-85562720A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4421" y="1358153"/>
            <a:ext cx="8885718" cy="46917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DESCRIPTION: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Every devices is connected to every other devices. Each connection has its own dedicated communication </a:t>
            </a:r>
            <a:r>
              <a:rPr lang="en-US" dirty="0" err="1"/>
              <a:t>path,so</a:t>
            </a:r>
            <a:r>
              <a:rPr lang="en-US" dirty="0"/>
              <a:t> data can travel in multiple way.</a:t>
            </a:r>
          </a:p>
          <a:p>
            <a:r>
              <a:rPr lang="en-US" dirty="0"/>
              <a:t>ADVANTAGES: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is very reliable.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consist of high security.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allow multiple paths to run smooth data flow.</a:t>
            </a:r>
          </a:p>
          <a:p>
            <a:r>
              <a:rPr lang="en-US" dirty="0"/>
              <a:t>DISADVANTAGES: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is very expensive requires a lot of cables.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has difficult maintenance managing many connection is hard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Setup and configuration are difficult.</a:t>
            </a:r>
          </a:p>
          <a:p>
            <a:pPr marL="0" indent="0">
              <a:buNone/>
            </a:pP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927035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B5687-AD64-42CE-81B9-413FD538B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525" y="808056"/>
            <a:ext cx="4206240" cy="1077229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wireless mesh network in cities.</a:t>
            </a:r>
            <a:endParaRPr lang="en-P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062BB4-53F2-4CF0-9016-68C46093B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8765" y="814387"/>
            <a:ext cx="6137709" cy="522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106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39484-EF20-4651-B581-8C8BF6425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3060834"/>
            <a:ext cx="4905523" cy="1434164"/>
          </a:xfrm>
        </p:spPr>
        <p:txBody>
          <a:bodyPr/>
          <a:lstStyle/>
          <a:p>
            <a:r>
              <a:rPr lang="en-US" dirty="0"/>
              <a:t>THANK YOU!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7210969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56</TotalTime>
  <Words>373</Words>
  <Application>Microsoft Office PowerPoint</Application>
  <PresentationFormat>Widescreen</PresentationFormat>
  <Paragraphs>70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MS Shell Dlg 2</vt:lpstr>
      <vt:lpstr>Wingdings</vt:lpstr>
      <vt:lpstr>Wingdings 3</vt:lpstr>
      <vt:lpstr>Madison</vt:lpstr>
      <vt:lpstr>NETWORK TOPOLOGIES</vt:lpstr>
      <vt:lpstr>TABLE OF CONTENT</vt:lpstr>
      <vt:lpstr>INTRODUCTION TO NETWORK TOPOLOGIES</vt:lpstr>
      <vt:lpstr>BUS TOPOLOGY:</vt:lpstr>
      <vt:lpstr>EXAMPLE: Small office or classroom network  </vt:lpstr>
      <vt:lpstr>STAR TOPOLOGIES:</vt:lpstr>
      <vt:lpstr>EXAMPLE: Home and offices networks.</vt:lpstr>
      <vt:lpstr>RING TOPOLOGY:</vt:lpstr>
      <vt:lpstr>EXAMPLE: </vt:lpstr>
      <vt:lpstr>MESH TOPLOGY:</vt:lpstr>
      <vt:lpstr>EXAMPLE: wireless mesh network in cities.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TOPOLOGIES</dc:title>
  <dc:creator>Ezza Masood , ,</dc:creator>
  <cp:lastModifiedBy>Muhammad Hassaan Masood</cp:lastModifiedBy>
  <cp:revision>6</cp:revision>
  <dcterms:created xsi:type="dcterms:W3CDTF">2025-12-17T03:43:34Z</dcterms:created>
  <dcterms:modified xsi:type="dcterms:W3CDTF">2025-12-20T12:00:39Z</dcterms:modified>
</cp:coreProperties>
</file>